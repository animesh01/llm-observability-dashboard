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Conversational AI — Model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Executive summary  ·  last 30 days  ·  2026-06-10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Overall status: Needs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Fabricated demo data — not from any employer, customer, or production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F2E"/>
                </a:solidFill>
                <a:latin typeface="Calibri"/>
              </a:rPr>
              <a:t>Test headline.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47,124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Intent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93.4%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Resolution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72%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Hallucination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5.8%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Groundedness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p95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3,032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Cost /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$0.0143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7689"/>
                </a:solidFill>
                <a:latin typeface="Calibri"/>
              </a:rPr>
              <a:t>Intent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Calibri"/>
              </a:rPr>
              <a:t>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689"/>
                </a:solidFill>
                <a:latin typeface="Calibri"/>
              </a:rPr>
              <a:t>Intent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Calibri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186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689"/>
                </a:solidFill>
                <a:latin typeface="Calibri"/>
              </a:rPr>
              <a:t>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218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Calibri"/>
              </a:rPr>
              <a:t>74%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Calibri"/>
              </a:rPr>
              <a:t>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7689"/>
                </a:solidFill>
                <a:latin typeface="Calibri"/>
              </a:rPr>
              <a:t>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Calibri"/>
              </a:rPr>
              <a:t>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changed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5BD5"/>
                </a:solidFill>
                <a:latin typeface="Calibri"/>
              </a:rPr>
              <a:t>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•  change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2E"/>
                </a:solidFill>
                <a:latin typeface="Calibri"/>
              </a:rPr>
              <a:t>•  change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112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5BD5"/>
                </a:solidFill>
                <a:latin typeface="Calibri"/>
              </a:rPr>
              <a:t>Top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51376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E"/>
                </a:solidFill>
                <a:latin typeface="Calibri"/>
              </a:rPr>
              <a:t>Do the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